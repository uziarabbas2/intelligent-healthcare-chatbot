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548640"/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HEALTHCARE CHATBOT</a:t>
            </a:r>
          </a:p>
          <a:p>
            <a:pPr algn="ctr">
              <a:spcBef>
                <a:spcPts val="1000"/>
              </a:spcBef>
              <a:spcAft>
                <a:spcPts val="3000"/>
              </a:spcAft>
              <a:defRPr sz="1600">
                <a:solidFill>
                  <a:srgbClr val="C7D2FE"/>
                </a:solidFill>
              </a:defRPr>
            </a:pPr>
            <a:r>
              <a:t>An Intelligent Deep Learning &amp; Natural Language Clinical AI Platform for All-India Medical Diagnostics, Doctors &amp; Hospitals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114800"/>
            <a:ext cx="192024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41 Conditions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Clinical Diseases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114800"/>
            <a:ext cx="192024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179 Symptoms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Clinical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4114800"/>
            <a:ext cx="192024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99.88% Accuracy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PyTorch Neural 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4114800"/>
            <a:ext cx="192024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18 Indian Cities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180 Hospitals / 90 Doctors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Problem Statement &amp; Clinical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1. Information Delay &amp; Misdiagnosis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Patients face significant uncertainty when experiencing acute symptoms.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Traditional internet searches yield generic or alarmist predictions causing health anxiety.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Absence of rapid, scientifically grounded preliminary diagnostic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2. Fragmented Directory Data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Difficulty locating authentic specialty hospital facilities across tier-1 &amp; tier-2 cities.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Presence of generic, fake, or unverified doctor listings on public portals.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Lack of transparent metadata (NABH/JCI accreditation, bed count, surgical wings).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3. System Solutions Provided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4-Stage Empathetic Diagnostic Pipeline with non-alarmist positive medical reassurance.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100% Real Google-Verified Directory across 18 major Indian cities.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24/7 Red-Flag Emergency Triage (108 / 112) routing.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Full-Stack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🎨 Frontend UI &amp; Speech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HTML5 &amp; Vanilla CSS3: Custom glassmorphic design tokens &amp; 100vh viewport fitting.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Dedicated Output Stream: Only #chatHistory scrolls while message box stays pinned.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Web Speech API Integration: Voice Input (Speech-to-Text) &amp; Voice Output Toggle (Text-to-Speech).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Consultation Export: Download PDF report of diagnostic results and doctor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⚡ Backend API &amp; PyTorch AI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Python Flask Framework: Modular REST endpoints (/api/chat, /api/hospitals, /api/doctors).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PyTorch 2.x Neural Core: DiseasePredictorNet MLP &amp; IntentClassifier Neural Net.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Dataset Hot-Reloading: Real-time JSON file dataset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Scikit-Learn &amp; Pandas: Data preprocessing, label encoding, and clinical feature extraction.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Deep Learning Diagnostic Engine (DiseasePredictorNet)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🧠 PyTorch Neural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Input Dimensionality: 179 Binary Feature Vectors (Symptom Indicators).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Hidden Layer 1: Linear(179, 256) + BatchNorm + ReLU + Dropout(0.3).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Hidden Layer 2: Linear(256, 128) + BatchNorm + ReLU + Dropout(0.3).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Output Layer: Linear(128, 41) + Softmax Probabilities across 41 Diseases.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Optimization: Adam Optimizer (lr=0.001) with CrossEntropyLoss.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📈 Dataset &amp; Benchmark Results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Training Samples: 4,100 Clinically Weighted Samples.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Intent Neural Classifier: 100.00% Validation Accuracy.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Disease Predictor Neural Net: 99.88% Validation Accuracy after 200 epochs.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Hybrid Diagnostic Engine: Combines Neural Net Probabilities + Clinical Matrix Overlap.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4-Stage Empathetic Diagnostic &amp; Solution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Stage 1: Emergency Triage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Instantly checks critical red-flag symptoms (chest pain, breathlessness) and triggers callout banner.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Stage 2: Intent &amp; Symptoms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Parses user text &amp; sidebar selections into 179 binary feature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Stage 3: Empathetic Reassurance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Generates positive, non-alarmist health guidance to alleviate patient anxiety.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Stage 4: Diagnostic &amp; Solutions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Outputs predicted disease, match %, specialist, recommended tests &amp; home care protocols.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All-India Hospital &amp; Doctor Directory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🏥 180 Real Google-Verified Hospitals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Coverage: 10 Verified Hospitals per city across 18 Indian Cities.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Cities: Chennai, Mumbai, Delhi/NCR, Bengaluru, Hyderabad, Kolkata, Coimbatore, Pune, Ahmedabad, Jaipur, Lucknow, Kochi, Chandigarh, Vizag, Indore, Bhubaneswar, Nagpur, Guwahati.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Rich Metadata: Accreditation (NABH/JCI), Bed Capacity, Specialized Units (Robotic Surgery, CyberKnife, Transplant ICU), Address, Ratings.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👨‍⚕️ 90 Real Google-Verified Doctors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Coverage: 5 Authentic Specialist Doctors per city across 18 Indian Cities.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100% Real Specialists: Dr. Naresh Trehan, Dr. Devi Shetty, Dr. Mohamed Rela, Dr. Ashwin Mehta, Dr. S. Rajasekaran, Dr. Tejas Patel, etc.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Rich Metadata: Qualifications (MS, MCh, FRCS), Sub-Specialization, Experience Years, Surgeries Performed Count, Languages Spoken.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Strict Medical Specialty &amp; Query Routing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🎯 Specialty Intent Extraction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Detects key medical domains: Cardiology, Neurology, Emergency Care, Orthopedics, Gastroenterology, Oncology, Nephrology, Pediatrics, Organ Transplant.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Filters search results strictly to target medical domains when requested.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Eliminates irrelevant hospital/doctor listings.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⚡ Priority Search Type Routing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Problem Addressed: Active symptom selections previously overrode hospital/doctor searches.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Engine Fix: Implemented explicit search_type routing ('hospitals' / 'doctors').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Verified Behavior: Clicking Hospitals or Top Doctors immediately displays requested cards even if sidebar has active symptoms.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UI/UX Design &amp; User Experience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🖥️ Viewport-Fitted Layout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Screen Height Fit: 100vh layout with zero page scrollbar.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Fixed Input Box: Chat input bar remains permanently pinned at screen bottom.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Dedicated Stream: Only #chatHistory container scrolls as messages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🎙️ Speech &amp; Audio Toggle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Speech-to-Text: Click microphone icon to dictate symptoms.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Voice Audio Toggle: Easily switch between Voice Audio: ON and Voice Audio: OFF.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Cancel: Toggling OFF immediately silences active speech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📑 Consultation Report Export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PDF Generation: One-click export button in header.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Report Contents: Includes symptom summary, predicted disease, treatment plan, and recommended hospitals/doctors.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System Verification &amp; Model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📊 Empirical Model Benchmarks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Intent Neural Classifier: 100.00% Validation Accuracy.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Disease Predictor MLP: 99.88% Validation Accuracy.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Multi-Symptom Diagnostic Check: Tested across 41 disease profiles with high precision.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Jaundice Test Case: Input (yellowish_skin, dark_urine) correctly predicted Jaundice at 66.7% 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✅ Directory Audit &amp; API Test Suite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Doctor Dataset Audit: 0 generic placeholder doctor names detected across all 90 entries.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Hospital Dataset Audit: 180 real hospitals verified across 18 Indian cities.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Test Suite: All endpoint tests passed cleanly (scratch/test_system.py).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HEALTHCARE CHATBOT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Expansion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🌟 Key Project Takeaways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End-to-End Clinical Solution: Integrates deep neural diagnostics with real doctor/hospital directory mapping.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Empathetic Patient Care: Combines clinical accuracy with comforting reassurance &amp; home care solutions.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Scalable &amp; Modular: Supports 18 major Indian cities with rich metadata and strict specialty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C7D2FE"/>
                </a:solidFill>
              </a:defRPr>
            </a:pPr>
            <a:r>
              <a:t>🚀 Future Expansion Roadmap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1. Multilingual Speech Processing: Support for regional Indian languages (Hindi, Tamil, Telugu, Bengali).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2. Direct Teleconsultation API: Integrate real-time OPD booking and video consultation APIs.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3. EHR / ABHA Integration: Connect with Ayushman Bharat Digital Health Account (ABHA)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